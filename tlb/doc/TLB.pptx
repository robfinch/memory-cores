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943510-F7A2-417E-8ACC-7501B38A9E58}" v="3" dt="2026-02-08T14:45:43.8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94660"/>
  </p:normalViewPr>
  <p:slideViewPr>
    <p:cSldViewPr snapToGrid="0">
      <p:cViewPr varScale="1">
        <p:scale>
          <a:sx n="96" d="100"/>
          <a:sy n="96" d="100"/>
        </p:scale>
        <p:origin x="38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Finch" userId="360118edfabb5ba6" providerId="LiveId" clId="{940D50E2-FEDC-434C-83CF-A13052851249}"/>
    <pc:docChg chg="custSel addSld modSld">
      <pc:chgData name="Robert Finch" userId="360118edfabb5ba6" providerId="LiveId" clId="{940D50E2-FEDC-434C-83CF-A13052851249}" dt="2026-02-08T14:46:40.056" v="111" actId="692"/>
      <pc:docMkLst>
        <pc:docMk/>
      </pc:docMkLst>
      <pc:sldChg chg="addSp delSp modSp new mod">
        <pc:chgData name="Robert Finch" userId="360118edfabb5ba6" providerId="LiveId" clId="{940D50E2-FEDC-434C-83CF-A13052851249}" dt="2026-02-08T14:46:40.056" v="111" actId="692"/>
        <pc:sldMkLst>
          <pc:docMk/>
          <pc:sldMk cId="298200720" sldId="257"/>
        </pc:sldMkLst>
        <pc:spChg chg="mod">
          <ac:chgData name="Robert Finch" userId="360118edfabb5ba6" providerId="LiveId" clId="{940D50E2-FEDC-434C-83CF-A13052851249}" dt="2026-02-08T14:40:24.266" v="14" actId="1076"/>
          <ac:spMkLst>
            <pc:docMk/>
            <pc:sldMk cId="298200720" sldId="257"/>
            <ac:spMk id="2" creationId="{8AD24ED4-97D6-ECD1-CF1E-48BE8FE8F6AD}"/>
          </ac:spMkLst>
        </pc:spChg>
        <pc:spChg chg="del">
          <ac:chgData name="Robert Finch" userId="360118edfabb5ba6" providerId="LiveId" clId="{940D50E2-FEDC-434C-83CF-A13052851249}" dt="2026-02-08T14:40:05.775" v="1" actId="478"/>
          <ac:spMkLst>
            <pc:docMk/>
            <pc:sldMk cId="298200720" sldId="257"/>
            <ac:spMk id="3" creationId="{B2D31572-A14B-6C25-2ADE-C983D83A6A52}"/>
          </ac:spMkLst>
        </pc:spChg>
        <pc:spChg chg="add mod">
          <ac:chgData name="Robert Finch" userId="360118edfabb5ba6" providerId="LiveId" clId="{940D50E2-FEDC-434C-83CF-A13052851249}" dt="2026-02-08T14:43:18.777" v="22" actId="692"/>
          <ac:spMkLst>
            <pc:docMk/>
            <pc:sldMk cId="298200720" sldId="257"/>
            <ac:spMk id="8" creationId="{1ADAA06D-F955-C588-9A7E-6824651886C5}"/>
          </ac:spMkLst>
        </pc:spChg>
        <pc:spChg chg="add mod">
          <ac:chgData name="Robert Finch" userId="360118edfabb5ba6" providerId="LiveId" clId="{940D50E2-FEDC-434C-83CF-A13052851249}" dt="2026-02-08T14:43:53.760" v="40" actId="1076"/>
          <ac:spMkLst>
            <pc:docMk/>
            <pc:sldMk cId="298200720" sldId="257"/>
            <ac:spMk id="9" creationId="{90A50066-2ECB-EBC7-4265-AADD66E82B68}"/>
          </ac:spMkLst>
        </pc:spChg>
        <pc:spChg chg="add mod">
          <ac:chgData name="Robert Finch" userId="360118edfabb5ba6" providerId="LiveId" clId="{940D50E2-FEDC-434C-83CF-A13052851249}" dt="2026-02-08T14:44:56.668" v="80" actId="14100"/>
          <ac:spMkLst>
            <pc:docMk/>
            <pc:sldMk cId="298200720" sldId="257"/>
            <ac:spMk id="10" creationId="{BECE88CC-B0A4-989C-DCA8-86804E3EE0EF}"/>
          </ac:spMkLst>
        </pc:spChg>
        <pc:spChg chg="add mod">
          <ac:chgData name="Robert Finch" userId="360118edfabb5ba6" providerId="LiveId" clId="{940D50E2-FEDC-434C-83CF-A13052851249}" dt="2026-02-08T14:44:43.930" v="79" actId="1076"/>
          <ac:spMkLst>
            <pc:docMk/>
            <pc:sldMk cId="298200720" sldId="257"/>
            <ac:spMk id="11" creationId="{B0394704-215A-78C5-839C-98D97B7B64CC}"/>
          </ac:spMkLst>
        </pc:spChg>
        <pc:spChg chg="add mod">
          <ac:chgData name="Robert Finch" userId="360118edfabb5ba6" providerId="LiveId" clId="{940D50E2-FEDC-434C-83CF-A13052851249}" dt="2026-02-08T14:45:27.444" v="86" actId="14100"/>
          <ac:spMkLst>
            <pc:docMk/>
            <pc:sldMk cId="298200720" sldId="257"/>
            <ac:spMk id="12" creationId="{90962FC6-A9AC-7BC3-995F-DC8FC38DC85F}"/>
          </ac:spMkLst>
        </pc:spChg>
        <pc:spChg chg="add mod">
          <ac:chgData name="Robert Finch" userId="360118edfabb5ba6" providerId="LiveId" clId="{940D50E2-FEDC-434C-83CF-A13052851249}" dt="2026-02-08T14:46:01.099" v="105" actId="20577"/>
          <ac:spMkLst>
            <pc:docMk/>
            <pc:sldMk cId="298200720" sldId="257"/>
            <ac:spMk id="13" creationId="{FB2B7443-0E73-A06E-8A5F-4CF464108D37}"/>
          </ac:spMkLst>
        </pc:spChg>
        <pc:picChg chg="add del mod">
          <ac:chgData name="Robert Finch" userId="360118edfabb5ba6" providerId="LiveId" clId="{940D50E2-FEDC-434C-83CF-A13052851249}" dt="2026-02-08T14:42:19.018" v="17" actId="478"/>
          <ac:picMkLst>
            <pc:docMk/>
            <pc:sldMk cId="298200720" sldId="257"/>
            <ac:picMk id="5" creationId="{0E4A8E3D-149D-ED33-4F49-AF9F37C4C6BD}"/>
          </ac:picMkLst>
        </pc:picChg>
        <pc:picChg chg="add mod">
          <ac:chgData name="Robert Finch" userId="360118edfabb5ba6" providerId="LiveId" clId="{940D50E2-FEDC-434C-83CF-A13052851249}" dt="2026-02-08T14:42:24.954" v="18" actId="1076"/>
          <ac:picMkLst>
            <pc:docMk/>
            <pc:sldMk cId="298200720" sldId="257"/>
            <ac:picMk id="7" creationId="{2FFBAB9C-47B2-5B53-F5CE-0E060218BDF8}"/>
          </ac:picMkLst>
        </pc:picChg>
        <pc:cxnChg chg="add mod">
          <ac:chgData name="Robert Finch" userId="360118edfabb5ba6" providerId="LiveId" clId="{940D50E2-FEDC-434C-83CF-A13052851249}" dt="2026-02-08T14:46:13.646" v="107" actId="692"/>
          <ac:cxnSpMkLst>
            <pc:docMk/>
            <pc:sldMk cId="298200720" sldId="257"/>
            <ac:cxnSpMk id="15" creationId="{41FD806B-9409-064A-4754-64A0B1A89AF7}"/>
          </ac:cxnSpMkLst>
        </pc:cxnChg>
        <pc:cxnChg chg="add mod">
          <ac:chgData name="Robert Finch" userId="360118edfabb5ba6" providerId="LiveId" clId="{940D50E2-FEDC-434C-83CF-A13052851249}" dt="2026-02-08T14:46:26.321" v="109" actId="692"/>
          <ac:cxnSpMkLst>
            <pc:docMk/>
            <pc:sldMk cId="298200720" sldId="257"/>
            <ac:cxnSpMk id="17" creationId="{B2AA58E9-BB43-E682-C195-65974ABB04AF}"/>
          </ac:cxnSpMkLst>
        </pc:cxnChg>
        <pc:cxnChg chg="add mod">
          <ac:chgData name="Robert Finch" userId="360118edfabb5ba6" providerId="LiveId" clId="{940D50E2-FEDC-434C-83CF-A13052851249}" dt="2026-02-08T14:46:40.056" v="111" actId="692"/>
          <ac:cxnSpMkLst>
            <pc:docMk/>
            <pc:sldMk cId="298200720" sldId="257"/>
            <ac:cxnSpMk id="19" creationId="{465ED996-9679-8242-E0DF-773D201A6AC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170EE-C3B2-F45D-FCCF-008318508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E1613A-113A-4E72-5764-47AC15EEF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88B36-0EA1-0719-49F4-6DBF41BA0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942FD-6653-4B7A-B048-CA069CAF0246}" type="datetimeFigureOut">
              <a:rPr lang="en-CA" smtClean="0"/>
              <a:t>2026-02-08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4D179-6C20-C6C1-CE57-C8456A954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659C5-50A1-C40D-60CD-D3E11061D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BCB72-240D-4BFE-91DD-DC0F9373C2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4081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D9FD0-0B77-DB25-328C-F268E3855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F8C93-774D-D78A-4B5B-040F787BA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4A631-78D4-55CA-4DAA-9C006E7B5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942FD-6653-4B7A-B048-CA069CAF0246}" type="datetimeFigureOut">
              <a:rPr lang="en-CA" smtClean="0"/>
              <a:t>2026-02-08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D4D64-6514-2FA7-AFB2-F886AD6FF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14C1C-0D71-98D1-8231-FB1ADEA40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BCB72-240D-4BFE-91DD-DC0F9373C2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6784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F3A42-F7FD-620B-51F7-933841FE8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28006-EDD9-112B-6867-556263661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524F9-B892-0DC4-6B77-3B39D0FBD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942FD-6653-4B7A-B048-CA069CAF0246}" type="datetimeFigureOut">
              <a:rPr lang="en-CA" smtClean="0"/>
              <a:t>2026-02-08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97697-C951-9E4D-891E-1C136E203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FDEBC-DB66-9CDC-860D-FA63ED2AC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BCB72-240D-4BFE-91DD-DC0F9373C2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2894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573C1-3892-61F7-DB20-FF9420477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A2BB4-4D7E-F7B9-D24F-CF693CB4F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B60552-5E15-76B0-8549-60DF08FAF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B872C-0670-4D1E-15FB-2BCC9698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942FD-6653-4B7A-B048-CA069CAF0246}" type="datetimeFigureOut">
              <a:rPr lang="en-CA" smtClean="0"/>
              <a:t>2026-02-08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68B20E-5309-44A8-BF22-AFFEF0EC4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82728-D75D-F59E-3617-5DE167F0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BCB72-240D-4BFE-91DD-DC0F9373C2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5847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4AB04-22A1-5C7F-8385-EE2B710AB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F0C25-3125-C71F-BBB4-13C0E49DE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DCD0E-4C90-EC3A-0E8A-302AFA71A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10E4B3-1901-2311-5151-C0C1CABABE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BEE363-DB43-DDB6-DB4E-6D0F6E0990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5B2DA0-D32E-9E6A-E510-CA7FAB883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942FD-6653-4B7A-B048-CA069CAF0246}" type="datetimeFigureOut">
              <a:rPr lang="en-CA" smtClean="0"/>
              <a:t>2026-02-08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8B2EE0-8F1C-7872-A7D0-7714B360B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B30A55-3B46-CFE6-79CA-B00460D55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BCB72-240D-4BFE-91DD-DC0F9373C2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4302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3D93A-EC0A-D544-A68A-22CD4C583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F0D643-1B3E-B4F5-4F55-358148A79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942FD-6653-4B7A-B048-CA069CAF0246}" type="datetimeFigureOut">
              <a:rPr lang="en-CA" smtClean="0"/>
              <a:t>2026-02-08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FE631D-4FFE-42E7-D171-1D561066C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349EF1-A07F-90B6-73B8-131211CE3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BCB72-240D-4BFE-91DD-DC0F9373C2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551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A39F9B-693D-7908-CB99-E086CD2D8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942FD-6653-4B7A-B048-CA069CAF0246}" type="datetimeFigureOut">
              <a:rPr lang="en-CA" smtClean="0"/>
              <a:t>2026-02-08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45FBE9-C6FA-F737-BCBA-953958CAD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62C384-3DF7-E29E-77DA-32364750D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BCB72-240D-4BFE-91DD-DC0F9373C2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9271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53BF-C87F-F1F3-0688-CAD88C6AA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B7503-E08C-B3D2-2B32-E7D235E08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4A8D60-24B4-4295-9C3A-A3D7B51A7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C2E9A-3D05-7346-0AB9-F077E8E6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942FD-6653-4B7A-B048-CA069CAF0246}" type="datetimeFigureOut">
              <a:rPr lang="en-CA" smtClean="0"/>
              <a:t>2026-02-08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D70B9-A78D-3800-4B5F-C0DA02CCD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CEBCE-A883-C700-F575-0634A897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BCB72-240D-4BFE-91DD-DC0F9373C2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650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DAEBB-D5E5-481A-0F84-FD0D2EF0B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8A9ED6-8132-2695-DC36-4A1EE38EE1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701A8D-6DD7-FF25-E335-7D1A2D41EB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DC0B8-B692-E6F0-353D-F14D47DD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942FD-6653-4B7A-B048-CA069CAF0246}" type="datetimeFigureOut">
              <a:rPr lang="en-CA" smtClean="0"/>
              <a:t>2026-02-08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50CCB-AEEF-FDA0-0FC9-CA0A9225B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8B37DB-B56B-0E8A-337D-AAF50B1F5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BCB72-240D-4BFE-91DD-DC0F9373C2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5476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DF520-E672-4382-7E8F-C673964DE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3529FD-9A53-D29D-5E1E-DA8102177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8C478-068D-8329-554D-22EE26A40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942FD-6653-4B7A-B048-CA069CAF0246}" type="datetimeFigureOut">
              <a:rPr lang="en-CA" smtClean="0"/>
              <a:t>2026-02-08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AD2D8-34B6-4201-DA74-10F2AB9CB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4810F-A2AA-CD0D-A6FB-EC11B3771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BCB72-240D-4BFE-91DD-DC0F9373C2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5464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0ACDE4-1211-1C6D-4F76-D74AABB190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1196FA-52C9-9623-D09A-90CF0B2DD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11A58-3758-BC09-26B5-A6A484A13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942FD-6653-4B7A-B048-CA069CAF0246}" type="datetimeFigureOut">
              <a:rPr lang="en-CA" smtClean="0"/>
              <a:t>2026-02-08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1EDB6-85D4-BCCE-9314-2F5DB1910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B123A-3ED3-04BE-5526-15DF8F8D6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BCB72-240D-4BFE-91DD-DC0F9373C2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4755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E454C0-3877-F230-AFF6-E26A1BC47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07F5C-3A55-B402-63BA-A962C559F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7708B-919A-FFAC-6CB0-0F72409F7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6942FD-6653-4B7A-B048-CA069CAF0246}" type="datetimeFigureOut">
              <a:rPr lang="en-CA" smtClean="0"/>
              <a:t>2026-02-08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81F82-02DE-523B-7AE6-7E6B8427C3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4BBB0-56C7-1E06-5B23-0A66FA99D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BCB72-240D-4BFE-91DD-DC0F9373C2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5988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04D0E-CE3E-BA01-37CF-C6AF17C78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24201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Address Translation Timing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558BAA-6D43-E7D4-A40E-5AB70AE9B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5633"/>
            <a:ext cx="12192000" cy="183884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41ED65-D0C5-9581-2458-76D76D2C56D7}"/>
              </a:ext>
            </a:extLst>
          </p:cNvPr>
          <p:cNvCxnSpPr/>
          <p:nvPr/>
        </p:nvCxnSpPr>
        <p:spPr>
          <a:xfrm>
            <a:off x="5680364" y="1607127"/>
            <a:ext cx="734291" cy="561109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33EC9C7-6645-7B5C-2444-1A0DA103048B}"/>
              </a:ext>
            </a:extLst>
          </p:cNvPr>
          <p:cNvSpPr txBox="1"/>
          <p:nvPr/>
        </p:nvSpPr>
        <p:spPr>
          <a:xfrm>
            <a:off x="256310" y="3105834"/>
            <a:ext cx="6108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Address is translated after one clock cycle as shown above. </a:t>
            </a:r>
          </a:p>
          <a:p>
            <a:r>
              <a:rPr lang="en-US" dirty="0"/>
              <a:t>Address translations shown above are for a 1:1 mapping.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66024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24ED4-97D6-ECD1-CF1E-48BE8FE8F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Miss Timing</a:t>
            </a:r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FBAB9C-47B2-5B53-F5CE-0E060218B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5754"/>
            <a:ext cx="12192000" cy="3528508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ADAA06D-F955-C588-9A7E-6824651886C5}"/>
              </a:ext>
            </a:extLst>
          </p:cNvPr>
          <p:cNvSpPr/>
          <p:nvPr/>
        </p:nvSpPr>
        <p:spPr>
          <a:xfrm>
            <a:off x="5029200" y="3266661"/>
            <a:ext cx="914400" cy="914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A50066-2ECB-EBC7-4265-AADD66E82B68}"/>
              </a:ext>
            </a:extLst>
          </p:cNvPr>
          <p:cNvSpPr txBox="1"/>
          <p:nvPr/>
        </p:nvSpPr>
        <p:spPr>
          <a:xfrm>
            <a:off x="3332922" y="4638261"/>
            <a:ext cx="1779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Miss recognized</a:t>
            </a:r>
            <a:endParaRPr lang="en-CA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ECE88CC-B0A4-989C-DCA8-86804E3EE0EF}"/>
              </a:ext>
            </a:extLst>
          </p:cNvPr>
          <p:cNvSpPr/>
          <p:nvPr/>
        </p:nvSpPr>
        <p:spPr>
          <a:xfrm>
            <a:off x="6858000" y="3723861"/>
            <a:ext cx="3657600" cy="914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394704-215A-78C5-839C-98D97B7B64CC}"/>
              </a:ext>
            </a:extLst>
          </p:cNvPr>
          <p:cNvSpPr txBox="1"/>
          <p:nvPr/>
        </p:nvSpPr>
        <p:spPr>
          <a:xfrm>
            <a:off x="3332922" y="4976926"/>
            <a:ext cx="3328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state machine updates TLB</a:t>
            </a:r>
            <a:endParaRPr lang="en-CA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962FC6-A9AC-7BC3-995F-DC8FC38DC85F}"/>
              </a:ext>
            </a:extLst>
          </p:cNvPr>
          <p:cNvSpPr/>
          <p:nvPr/>
        </p:nvSpPr>
        <p:spPr>
          <a:xfrm>
            <a:off x="10614991" y="2160104"/>
            <a:ext cx="914400" cy="166977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2B7443-0E73-A06E-8A5F-4CF464108D37}"/>
              </a:ext>
            </a:extLst>
          </p:cNvPr>
          <p:cNvSpPr txBox="1"/>
          <p:nvPr/>
        </p:nvSpPr>
        <p:spPr>
          <a:xfrm>
            <a:off x="10229268" y="4853334"/>
            <a:ext cx="1798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Translation valid</a:t>
            </a:r>
            <a:endParaRPr lang="en-CA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FD806B-9409-064A-4754-64A0B1A89AF7}"/>
              </a:ext>
            </a:extLst>
          </p:cNvPr>
          <p:cNvCxnSpPr>
            <a:stCxn id="13" idx="0"/>
          </p:cNvCxnSpPr>
          <p:nvPr/>
        </p:nvCxnSpPr>
        <p:spPr>
          <a:xfrm flipH="1" flipV="1">
            <a:off x="11072191" y="3829878"/>
            <a:ext cx="56105" cy="102345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2AA58E9-BB43-E682-C195-65974ABB04AF}"/>
              </a:ext>
            </a:extLst>
          </p:cNvPr>
          <p:cNvCxnSpPr/>
          <p:nvPr/>
        </p:nvCxnSpPr>
        <p:spPr>
          <a:xfrm flipV="1">
            <a:off x="6858000" y="4638261"/>
            <a:ext cx="901148" cy="39973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65ED996-9679-8242-E0DF-773D201A6ACE}"/>
              </a:ext>
            </a:extLst>
          </p:cNvPr>
          <p:cNvCxnSpPr/>
          <p:nvPr/>
        </p:nvCxnSpPr>
        <p:spPr>
          <a:xfrm flipV="1">
            <a:off x="5257800" y="4253948"/>
            <a:ext cx="149087" cy="38431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00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35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Address Translation Timing</vt:lpstr>
      <vt:lpstr>Miss Timing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Finch</dc:creator>
  <cp:lastModifiedBy>Robert Finch</cp:lastModifiedBy>
  <cp:revision>1</cp:revision>
  <dcterms:created xsi:type="dcterms:W3CDTF">2026-02-08T03:50:10Z</dcterms:created>
  <dcterms:modified xsi:type="dcterms:W3CDTF">2026-02-08T14:46:45Z</dcterms:modified>
</cp:coreProperties>
</file>