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7" autoAdjust="0"/>
    <p:restoredTop sz="94660"/>
  </p:normalViewPr>
  <p:slideViewPr>
    <p:cSldViewPr snapToGrid="0">
      <p:cViewPr varScale="1">
        <p:scale>
          <a:sx n="92" d="100"/>
          <a:sy n="92" d="100"/>
        </p:scale>
        <p:origin x="1276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170EE-C3B2-F45D-FCCF-0083185084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E1613A-113A-4E72-5764-47AC15EEF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88B36-0EA1-0719-49F4-6DBF41BA0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4D179-6C20-C6C1-CE57-C8456A954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7659C5-50A1-C40D-60CD-D3E11061D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4081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D9FD0-0B77-DB25-328C-F268E3855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F8C93-774D-D78A-4B5B-040F787BA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4A631-78D4-55CA-4DAA-9C006E7B5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D4D64-6514-2FA7-AFB2-F886AD6F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14C1C-0D71-98D1-8231-FB1ADEA40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6784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F3A42-F7FD-620B-51F7-933841FE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428006-EDD9-112B-6867-556263661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2524F9-B892-0DC4-6B77-3B39D0FBD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97697-C951-9E4D-891E-1C136E203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FDEBC-DB66-9CDC-860D-FA63ED2AC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32894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573C1-3892-61F7-DB20-FF9420477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A2BB4-4D7E-F7B9-D24F-CF693CB4F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B60552-5E15-76B0-8549-60DF08FAF4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B872C-0670-4D1E-15FB-2BCC9698D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68B20E-5309-44A8-BF22-AFFEF0EC4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82728-D75D-F59E-3617-5DE167F0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35847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4AB04-22A1-5C7F-8385-EE2B710AB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F0C25-3125-C71F-BBB4-13C0E49DE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DCD0E-4C90-EC3A-0E8A-302AFA71AC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10E4B3-1901-2311-5151-C0C1CABABE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BEE363-DB43-DDB6-DB4E-6D0F6E0990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5B2DA0-D32E-9E6A-E510-CA7FAB883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2EE0-8F1C-7872-A7D0-7714B360B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B30A55-3B46-CFE6-79CA-B00460D55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4302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3D93A-EC0A-D544-A68A-22CD4C583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F0D643-1B3E-B4F5-4F55-358148A79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FE631D-4FFE-42E7-D171-1D561066C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349EF1-A07F-90B6-73B8-131211CE3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551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A39F9B-693D-7908-CB99-E086CD2D8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45FBE9-C6FA-F737-BCBA-953958CAD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2C384-3DF7-E29E-77DA-32364750D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9271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453BF-C87F-F1F3-0688-CAD88C6AA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B7503-E08C-B3D2-2B32-E7D235E08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4A8D60-24B4-4295-9C3A-A3D7B51A7D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AC2E9A-3D05-7346-0AB9-F077E8E6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D70B9-A78D-3800-4B5F-C0DA02CCD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CEBCE-A883-C700-F575-0634A897E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4650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AEBB-D5E5-481A-0F84-FD0D2EF0B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8A9ED6-8132-2695-DC36-4A1EE38EE1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701A8D-6DD7-FF25-E335-7D1A2D41EB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DC0B8-B692-E6F0-353D-F14D47DD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50CCB-AEEF-FDA0-0FC9-CA0A9225B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8B37DB-B56B-0E8A-337D-AAF50B1F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5476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DF520-E672-4382-7E8F-C673964DE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3529FD-9A53-D29D-5E1E-DA8102177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8C478-068D-8329-554D-22EE26A4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AD2D8-34B6-4201-DA74-10F2AB9CB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A4810F-A2AA-CD0D-A6FB-EC11B3771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5464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0ACDE4-1211-1C6D-4F76-D74AABB19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1196FA-52C9-9623-D09A-90CF0B2DD9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11A58-3758-BC09-26B5-A6A484A13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1EDB6-85D4-BCCE-9314-2F5DB1910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B123A-3ED3-04BE-5526-15DF8F8D6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4755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E454C0-3877-F230-AFF6-E26A1BC47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07F5C-3A55-B402-63BA-A962C559F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7708B-919A-FFAC-6CB0-0F72409F7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6942FD-6653-4B7A-B048-CA069CAF0246}" type="datetimeFigureOut">
              <a:rPr lang="en-CA" smtClean="0"/>
              <a:t>2026-02-07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81F82-02DE-523B-7AE6-7E6B8427C3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4BBB0-56C7-1E06-5B23-0A66FA99D4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2BCB72-240D-4BFE-91DD-DC0F9373C2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5988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04D0E-CE3E-BA01-37CF-C6AF17C782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824201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Address Translation Timing</a:t>
            </a:r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558BAA-6D43-E7D4-A40E-5AB70AE9B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5633"/>
            <a:ext cx="12192000" cy="183884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41ED65-D0C5-9581-2458-76D76D2C56D7}"/>
              </a:ext>
            </a:extLst>
          </p:cNvPr>
          <p:cNvCxnSpPr/>
          <p:nvPr/>
        </p:nvCxnSpPr>
        <p:spPr>
          <a:xfrm>
            <a:off x="5680364" y="1607127"/>
            <a:ext cx="734291" cy="561109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33EC9C7-6645-7B5C-2444-1A0DA103048B}"/>
              </a:ext>
            </a:extLst>
          </p:cNvPr>
          <p:cNvSpPr txBox="1"/>
          <p:nvPr/>
        </p:nvSpPr>
        <p:spPr>
          <a:xfrm>
            <a:off x="256310" y="3105834"/>
            <a:ext cx="6108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 is translated after one clock cycle as shown above. </a:t>
            </a:r>
          </a:p>
          <a:p>
            <a:r>
              <a:rPr lang="en-US" dirty="0"/>
              <a:t>Address translations shown above are for a 1:1 mapping.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66024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24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Address Translation Timing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Finch</dc:creator>
  <cp:lastModifiedBy>Robert Finch</cp:lastModifiedBy>
  <cp:revision>1</cp:revision>
  <dcterms:created xsi:type="dcterms:W3CDTF">2026-02-08T03:50:10Z</dcterms:created>
  <dcterms:modified xsi:type="dcterms:W3CDTF">2026-02-08T03:53:40Z</dcterms:modified>
</cp:coreProperties>
</file>